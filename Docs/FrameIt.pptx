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Inter" panose="020B0604020202020204" charset="0"/>
      <p:regular r:id="rId6"/>
    </p:embeddedFont>
    <p:embeddedFont>
      <p:font typeface="Inter Bold" panose="020B0604020202020204" charset="0"/>
      <p:regular r:id="rId7"/>
    </p:embeddedFont>
    <p:embeddedFont>
      <p:font typeface="Roboto" panose="02000000000000000000" pitchFamily="2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18588" y="1154313"/>
            <a:ext cx="5050824" cy="5266588"/>
            <a:chOff x="0" y="0"/>
            <a:chExt cx="6734432" cy="702211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79" b="79"/>
            <a:stretch>
              <a:fillRect/>
            </a:stretch>
          </p:blipFill>
          <p:spPr>
            <a:xfrm>
              <a:off x="0" y="0"/>
              <a:ext cx="6734432" cy="7022118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5231790" y="6786247"/>
            <a:ext cx="7824419" cy="11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29"/>
              </a:lnSpc>
            </a:pPr>
            <a:r>
              <a:rPr lang="en-US" sz="6878" spc="27">
                <a:solidFill>
                  <a:srgbClr val="504C44"/>
                </a:solidFill>
                <a:latin typeface="Roboto"/>
                <a:ea typeface="Roboto"/>
                <a:cs typeface="Roboto"/>
                <a:sym typeface="Roboto"/>
              </a:rPr>
              <a:t>FrameIt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81010" y="8297325"/>
            <a:ext cx="6925979" cy="835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6"/>
              </a:lnSpc>
            </a:pPr>
            <a:r>
              <a:rPr lang="en-US" sz="2361" spc="472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APLIKACJA DO ZARZĄDZANIA ELEKTRONICZNĄ RAMKĄ DO ZDJĘĆ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9861" y="1028700"/>
            <a:ext cx="11397298" cy="8229600"/>
            <a:chOff x="0" y="0"/>
            <a:chExt cx="3001758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01757" cy="2167467"/>
            </a:xfrm>
            <a:custGeom>
              <a:avLst/>
              <a:gdLst/>
              <a:ahLst/>
              <a:cxnLst/>
              <a:rect l="l" t="t" r="r" b="b"/>
              <a:pathLst>
                <a:path w="3001757" h="2167467">
                  <a:moveTo>
                    <a:pt x="0" y="0"/>
                  </a:moveTo>
                  <a:lnTo>
                    <a:pt x="3001757" y="0"/>
                  </a:lnTo>
                  <a:lnTo>
                    <a:pt x="3001757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1EDE9"/>
            </a:solidFill>
          </p:spPr>
          <p:txBody>
            <a:bodyPr/>
            <a:lstStyle/>
            <a:p>
              <a:endParaRPr lang="en-15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01758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05131" y="3849180"/>
            <a:ext cx="5364058" cy="3314981"/>
            <a:chOff x="0" y="0"/>
            <a:chExt cx="7152077" cy="4419974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t="4808" b="4808"/>
            <a:stretch>
              <a:fillRect/>
            </a:stretch>
          </p:blipFill>
          <p:spPr>
            <a:xfrm>
              <a:off x="0" y="0"/>
              <a:ext cx="7152077" cy="4419974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3277374" y="2926976"/>
            <a:ext cx="10030824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799">
                <a:solidFill>
                  <a:srgbClr val="504C44"/>
                </a:solidFill>
                <a:latin typeface="Roboto"/>
                <a:ea typeface="Roboto"/>
                <a:cs typeface="Roboto"/>
                <a:sym typeface="Roboto"/>
              </a:rPr>
              <a:t>CZYM JEST ELEKTRONICZNA RAMKA NA ZDJĘCIA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77374" y="4987227"/>
            <a:ext cx="7273083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Ramka cyfrowa umożliwia wyświetlanie zdjęć w formie cyfrowej. Przesyłane są one z urządzenia zewnętrznego, np. telefonu lub komputera. Zdjęcia można przeglądać, przesuwając palcem po ekranie, lub korzystając z automatycznych przejść.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029985"/>
            <a:ext cx="6721001" cy="4227031"/>
            <a:chOff x="0" y="0"/>
            <a:chExt cx="8961335" cy="563604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13" r="113"/>
            <a:stretch>
              <a:fillRect/>
            </a:stretch>
          </p:blipFill>
          <p:spPr>
            <a:xfrm>
              <a:off x="0" y="0"/>
              <a:ext cx="8961335" cy="5636041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9429560" y="3716181"/>
            <a:ext cx="7829740" cy="38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Celem aplikacji jest umożliwienie użytkownikowi wygodnego, zdalnego zarządzania bezprzewodową ramką cyfrową z jednego miejsca. 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Aplikacja pozwala przesyłać, usuwać i edytować zdjęcia, tworzyć oraz konfigurować pokazy slajdów. </a:t>
            </a:r>
          </a:p>
          <a:p>
            <a:pPr algn="l">
              <a:lnSpc>
                <a:spcPts val="2800"/>
              </a:lnSpc>
            </a:pPr>
            <a:endParaRPr lang="en-US" sz="20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Użytkownik może zarządzać wieloma ramkami jednocześnie, konfigurować widgety (takie jak pogoda czy godzina) oraz kontrolować stan urządzenia, w tym jasność ekranu i jego włączanie lub wyłączanie.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29560" y="2621119"/>
            <a:ext cx="600036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799">
                <a:solidFill>
                  <a:srgbClr val="504C44"/>
                </a:solidFill>
                <a:latin typeface="Roboto"/>
                <a:ea typeface="Roboto"/>
                <a:cs typeface="Roboto"/>
                <a:sym typeface="Roboto"/>
              </a:rPr>
              <a:t>CEL PROJEKTU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8A05F8-5BAC-92AD-3E51-F2FF21B83C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929568"/>
            <a:ext cx="7631485" cy="45878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0961" y="2490209"/>
            <a:ext cx="902040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799">
                <a:solidFill>
                  <a:srgbClr val="504C44"/>
                </a:solidFill>
                <a:latin typeface="Roboto"/>
                <a:ea typeface="Roboto"/>
                <a:cs typeface="Roboto"/>
                <a:sym typeface="Roboto"/>
              </a:rPr>
              <a:t>ZAKRES FUNKCJONALNY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01619"/>
            <a:ext cx="1079409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Aplikacja umożliwia zarządzanie jedną lub wieloma bezprzewodowymi ramkami cyfrowymi, w tym przesyłanie, edycję i usuwanie zdjęć, tworzenie pokazów zdjęć oraz konfigurację ustawień ramki i widgetów.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28292" y="6288009"/>
            <a:ext cx="3571250" cy="179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13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Użytkownik może edytować zdjęcia przed przesłaniem, korzystając z prostych narzędzi (przycinanie, filtry, podpisy), bez zaawansowanej obróbki graficznej.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28292" y="5867859"/>
            <a:ext cx="1738864" cy="35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b="1">
                <a:solidFill>
                  <a:srgbClr val="504C44"/>
                </a:solidFill>
                <a:latin typeface="Inter Bold"/>
                <a:ea typeface="Inter Bold"/>
                <a:cs typeface="Inter Bold"/>
                <a:sym typeface="Inter Bold"/>
              </a:rPr>
              <a:t>Edycja zdjęć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94842" y="5867859"/>
            <a:ext cx="2462518" cy="35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b="1">
                <a:solidFill>
                  <a:srgbClr val="504C44"/>
                </a:solidFill>
                <a:latin typeface="Inter Bold"/>
                <a:ea typeface="Inter Bold"/>
                <a:cs typeface="Inter Bold"/>
                <a:sym typeface="Inter Bold"/>
              </a:rPr>
              <a:t>Pokazy zdjęć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61392" y="5791090"/>
            <a:ext cx="3230029" cy="35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b="1">
                <a:solidFill>
                  <a:srgbClr val="504C44"/>
                </a:solidFill>
                <a:latin typeface="Inter Bold"/>
                <a:ea typeface="Inter Bold"/>
                <a:cs typeface="Inter Bold"/>
                <a:sym typeface="Inter Bold"/>
              </a:rPr>
              <a:t>Zarządzanie ramką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94842" y="6288009"/>
            <a:ext cx="3571250" cy="179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13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Projekt zakłada możliwość tworzenia, zapisywania i przypisywania pokazów zdjęć do wybranych ramek oraz konfigurację przejść między zdjęciami.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65230" y="6211240"/>
            <a:ext cx="3558502" cy="149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13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Aplikacja umożliwia zdalne sterowanie ustawieniami ramki w tym m.in zmianę daty i godziny, czy skonfigurowanie widgetów (daty, godziny, pogody).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4268" y="6288009"/>
            <a:ext cx="3568724" cy="240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713">
                <a:solidFill>
                  <a:srgbClr val="504C44"/>
                </a:solidFill>
                <a:latin typeface="Inter"/>
                <a:ea typeface="Inter"/>
                <a:cs typeface="Inter"/>
                <a:sym typeface="Inter"/>
              </a:rPr>
              <a:t>Projekt zakłada możliwość przesyłania zdjęć w formie pokazów zdjęć, które zapisywane są na koncie użytkownika oraz możliwość przesłania pojedyńczego zdjęcia, które zostane zostanie do folderu domyślnego.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4268" y="5867859"/>
            <a:ext cx="2660092" cy="35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42" b="1">
                <a:solidFill>
                  <a:srgbClr val="504C44"/>
                </a:solidFill>
                <a:latin typeface="Inter Bold"/>
                <a:ea typeface="Inter Bold"/>
                <a:cs typeface="Inter Bold"/>
                <a:sym typeface="Inter Bold"/>
              </a:rPr>
              <a:t>Przesyłanie zdjęć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367303" y="1513213"/>
            <a:ext cx="3177170" cy="3312894"/>
            <a:chOff x="0" y="0"/>
            <a:chExt cx="4236226" cy="4417192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2"/>
            <a:srcRect t="139" b="139"/>
            <a:stretch>
              <a:fillRect/>
            </a:stretch>
          </p:blipFill>
          <p:spPr>
            <a:xfrm>
              <a:off x="0" y="0"/>
              <a:ext cx="4236226" cy="44171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251</Words>
  <Application>Microsoft Office PowerPoint</Application>
  <PresentationFormat>Custom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Inter Bold</vt:lpstr>
      <vt:lpstr>Calibri</vt:lpstr>
      <vt:lpstr>Arial</vt:lpstr>
      <vt:lpstr>Roboto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Beige Cream Brand Proposal Presentation</dc:title>
  <dc:creator>Sara Banik</dc:creator>
  <cp:lastModifiedBy>Sara Banik</cp:lastModifiedBy>
  <cp:revision>2</cp:revision>
  <dcterms:created xsi:type="dcterms:W3CDTF">2006-08-16T00:00:00Z</dcterms:created>
  <dcterms:modified xsi:type="dcterms:W3CDTF">2026-01-27T13:16:27Z</dcterms:modified>
  <dc:identifier>DAG_W3KTkTY</dc:identifier>
</cp:coreProperties>
</file>